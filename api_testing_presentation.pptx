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3" r:id="rId7"/>
    <p:sldId id="261" r:id="rId8"/>
    <p:sldId id="265" r:id="rId9"/>
    <p:sldId id="262" r:id="rId10"/>
    <p:sldId id="264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5C648-28E8-3151-72A6-9CC2ECC08A6E}" v="152" dt="2026-04-16T15:42:01.438"/>
    <p1510:client id="{A770DB32-70EE-FB30-12E3-4D0F47CA2E26}" v="5" dt="2026-04-16T15:46:24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 Duqa, Alaa" userId="S::alaa.abuduqa@axsos.academy::aa6a85f9-75d5-4584-8a8b-8153f00bf146" providerId="AD" clId="Web-{5245C648-28E8-3151-72A6-9CC2ECC08A6E}"/>
    <pc:docChg chg="modSld">
      <pc:chgData name="Abu Duqa, Alaa" userId="S::alaa.abuduqa@axsos.academy::aa6a85f9-75d5-4584-8a8b-8153f00bf146" providerId="AD" clId="Web-{5245C648-28E8-3151-72A6-9CC2ECC08A6E}" dt="2026-04-16T15:42:01.438" v="136"/>
      <pc:docMkLst>
        <pc:docMk/>
      </pc:docMkLst>
      <pc:sldChg chg="addSp delSp modSp">
        <pc:chgData name="Abu Duqa, Alaa" userId="S::alaa.abuduqa@axsos.academy::aa6a85f9-75d5-4584-8a8b-8153f00bf146" providerId="AD" clId="Web-{5245C648-28E8-3151-72A6-9CC2ECC08A6E}" dt="2026-04-16T09:15:44.304" v="50" actId="1076"/>
        <pc:sldMkLst>
          <pc:docMk/>
          <pc:sldMk cId="0" sldId="257"/>
        </pc:sldMkLst>
        <pc:spChg chg="mod">
          <ac:chgData name="Abu Duqa, Alaa" userId="S::alaa.abuduqa@axsos.academy::aa6a85f9-75d5-4584-8a8b-8153f00bf146" providerId="AD" clId="Web-{5245C648-28E8-3151-72A6-9CC2ECC08A6E}" dt="2026-04-16T08:55:37.740" v="2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09:13:57.130" v="39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09:14:15.677" v="42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09:13:47.458" v="37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09:14:12.646" v="41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09:14:21.943" v="43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09:14:26.490" v="44" actId="1076"/>
          <ac:spMkLst>
            <pc:docMk/>
            <pc:sldMk cId="0" sldId="257"/>
            <ac:spMk id="19" creationId="{00000000-0000-0000-0000-000000000000}"/>
          </ac:spMkLst>
        </pc:spChg>
        <pc:picChg chg="add del mod">
          <ac:chgData name="Abu Duqa, Alaa" userId="S::alaa.abuduqa@axsos.academy::aa6a85f9-75d5-4584-8a8b-8153f00bf146" providerId="AD" clId="Web-{5245C648-28E8-3151-72A6-9CC2ECC08A6E}" dt="2026-04-16T09:09:08.451" v="12"/>
          <ac:picMkLst>
            <pc:docMk/>
            <pc:sldMk cId="0" sldId="257"/>
            <ac:picMk id="21" creationId="{EFC5A172-D32F-C05A-DDCE-E1B4359CA83E}"/>
          </ac:picMkLst>
        </pc:picChg>
        <pc:picChg chg="add mod">
          <ac:chgData name="Abu Duqa, Alaa" userId="S::alaa.abuduqa@axsos.academy::aa6a85f9-75d5-4584-8a8b-8153f00bf146" providerId="AD" clId="Web-{5245C648-28E8-3151-72A6-9CC2ECC08A6E}" dt="2026-04-16T09:09:46.013" v="17" actId="1076"/>
          <ac:picMkLst>
            <pc:docMk/>
            <pc:sldMk cId="0" sldId="257"/>
            <ac:picMk id="22" creationId="{20DC860C-1A1E-EE9E-10E8-A7A31B675BC2}"/>
          </ac:picMkLst>
        </pc:picChg>
        <pc:picChg chg="add del mod">
          <ac:chgData name="Abu Duqa, Alaa" userId="S::alaa.abuduqa@axsos.academy::aa6a85f9-75d5-4584-8a8b-8153f00bf146" providerId="AD" clId="Web-{5245C648-28E8-3151-72A6-9CC2ECC08A6E}" dt="2026-04-16T09:15:30.179" v="47"/>
          <ac:picMkLst>
            <pc:docMk/>
            <pc:sldMk cId="0" sldId="257"/>
            <ac:picMk id="23" creationId="{FEEF4EAD-153C-4D30-9D13-D800221DE37D}"/>
          </ac:picMkLst>
        </pc:picChg>
        <pc:picChg chg="add mod">
          <ac:chgData name="Abu Duqa, Alaa" userId="S::alaa.abuduqa@axsos.academy::aa6a85f9-75d5-4584-8a8b-8153f00bf146" providerId="AD" clId="Web-{5245C648-28E8-3151-72A6-9CC2ECC08A6E}" dt="2026-04-16T09:13:34.848" v="36" actId="1076"/>
          <ac:picMkLst>
            <pc:docMk/>
            <pc:sldMk cId="0" sldId="257"/>
            <ac:picMk id="24" creationId="{4D7FF626-252D-2DB8-292F-E554AD443BF4}"/>
          </ac:picMkLst>
        </pc:picChg>
        <pc:picChg chg="add mod">
          <ac:chgData name="Abu Duqa, Alaa" userId="S::alaa.abuduqa@axsos.academy::aa6a85f9-75d5-4584-8a8b-8153f00bf146" providerId="AD" clId="Web-{5245C648-28E8-3151-72A6-9CC2ECC08A6E}" dt="2026-04-16T09:15:44.304" v="50" actId="1076"/>
          <ac:picMkLst>
            <pc:docMk/>
            <pc:sldMk cId="0" sldId="257"/>
            <ac:picMk id="25" creationId="{0124C0A2-927D-3634-4D26-A8704AEA080B}"/>
          </ac:picMkLst>
        </pc:picChg>
      </pc:sldChg>
      <pc:sldChg chg="modSp">
        <pc:chgData name="Abu Duqa, Alaa" userId="S::alaa.abuduqa@axsos.academy::aa6a85f9-75d5-4584-8a8b-8153f00bf146" providerId="AD" clId="Web-{5245C648-28E8-3151-72A6-9CC2ECC08A6E}" dt="2026-04-16T08:56:50.247" v="8" actId="20577"/>
        <pc:sldMkLst>
          <pc:docMk/>
          <pc:sldMk cId="0" sldId="258"/>
        </pc:sldMkLst>
        <pc:spChg chg="mod">
          <ac:chgData name="Abu Duqa, Alaa" userId="S::alaa.abuduqa@axsos.academy::aa6a85f9-75d5-4584-8a8b-8153f00bf146" providerId="AD" clId="Web-{5245C648-28E8-3151-72A6-9CC2ECC08A6E}" dt="2026-04-16T08:55:55.179" v="3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08:56:13.650" v="5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08:56:27.901" v="7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08:56:03.914" v="4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08:56:50.247" v="8" actId="20577"/>
          <ac:spMkLst>
            <pc:docMk/>
            <pc:sldMk cId="0" sldId="258"/>
            <ac:spMk id="29" creationId="{00000000-0000-0000-0000-000000000000}"/>
          </ac:spMkLst>
        </pc:spChg>
      </pc:sldChg>
      <pc:sldChg chg="modSp">
        <pc:chgData name="Abu Duqa, Alaa" userId="S::alaa.abuduqa@axsos.academy::aa6a85f9-75d5-4584-8a8b-8153f00bf146" providerId="AD" clId="Web-{5245C648-28E8-3151-72A6-9CC2ECC08A6E}" dt="2026-04-16T15:42:01.438" v="136"/>
        <pc:sldMkLst>
          <pc:docMk/>
          <pc:sldMk cId="0" sldId="259"/>
        </pc:sldMkLst>
        <pc:spChg chg="mod">
          <ac:chgData name="Abu Duqa, Alaa" userId="S::alaa.abuduqa@axsos.academy::aa6a85f9-75d5-4584-8a8b-8153f00bf146" providerId="AD" clId="Web-{5245C648-28E8-3151-72A6-9CC2ECC08A6E}" dt="2026-04-16T15:42:01.438" v="136"/>
          <ac:spMkLst>
            <pc:docMk/>
            <pc:sldMk cId="0" sldId="259"/>
            <ac:spMk id="7" creationId="{00000000-0000-0000-0000-000000000000}"/>
          </ac:spMkLst>
        </pc:spChg>
      </pc:sldChg>
      <pc:sldChg chg="addSp delSp modSp">
        <pc:chgData name="Abu Duqa, Alaa" userId="S::alaa.abuduqa@axsos.academy::aa6a85f9-75d5-4584-8a8b-8153f00bf146" providerId="AD" clId="Web-{5245C648-28E8-3151-72A6-9CC2ECC08A6E}" dt="2026-04-16T15:26:45.468" v="133"/>
        <pc:sldMkLst>
          <pc:docMk/>
          <pc:sldMk cId="0" sldId="261"/>
        </pc:sldMkLst>
        <pc:spChg chg="mod">
          <ac:chgData name="Abu Duqa, Alaa" userId="S::alaa.abuduqa@axsos.academy::aa6a85f9-75d5-4584-8a8b-8153f00bf146" providerId="AD" clId="Web-{5245C648-28E8-3151-72A6-9CC2ECC08A6E}" dt="2026-04-16T15:26:45.468" v="133"/>
          <ac:spMkLst>
            <pc:docMk/>
            <pc:sldMk cId="0" sldId="261"/>
            <ac:spMk id="31" creationId="{B1A81765-FBC1-18C7-3938-D55EC4884ABB}"/>
          </ac:spMkLst>
        </pc:spChg>
        <pc:spChg chg="add del mod">
          <ac:chgData name="Abu Duqa, Alaa" userId="S::alaa.abuduqa@axsos.academy::aa6a85f9-75d5-4584-8a8b-8153f00bf146" providerId="AD" clId="Web-{5245C648-28E8-3151-72A6-9CC2ECC08A6E}" dt="2026-04-16T15:26:19.107" v="126"/>
          <ac:spMkLst>
            <pc:docMk/>
            <pc:sldMk cId="0" sldId="261"/>
            <ac:spMk id="32" creationId="{91E20B26-30F8-9169-C2EB-E94EB5FD7559}"/>
          </ac:spMkLst>
        </pc:spChg>
      </pc:sldChg>
      <pc:sldChg chg="modSp">
        <pc:chgData name="Abu Duqa, Alaa" userId="S::alaa.abuduqa@axsos.academy::aa6a85f9-75d5-4584-8a8b-8153f00bf146" providerId="AD" clId="Web-{5245C648-28E8-3151-72A6-9CC2ECC08A6E}" dt="2026-04-16T15:41:00.667" v="135"/>
        <pc:sldMkLst>
          <pc:docMk/>
          <pc:sldMk cId="0" sldId="262"/>
        </pc:sldMkLst>
        <pc:spChg chg="mod">
          <ac:chgData name="Abu Duqa, Alaa" userId="S::alaa.abuduqa@axsos.academy::aa6a85f9-75d5-4584-8a8b-8153f00bf146" providerId="AD" clId="Web-{5245C648-28E8-3151-72A6-9CC2ECC08A6E}" dt="2026-04-16T15:40:55.760" v="134"/>
          <ac:spMkLst>
            <pc:docMk/>
            <pc:sldMk cId="0" sldId="262"/>
            <ac:spMk id="7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5:41:00.667" v="135"/>
          <ac:spMkLst>
            <pc:docMk/>
            <pc:sldMk cId="0" sldId="262"/>
            <ac:spMk id="15" creationId="{00000000-0000-0000-0000-000000000000}"/>
          </ac:spMkLst>
        </pc:spChg>
      </pc:sldChg>
      <pc:sldChg chg="modSp">
        <pc:chgData name="Abu Duqa, Alaa" userId="S::alaa.abuduqa@axsos.academy::aa6a85f9-75d5-4584-8a8b-8153f00bf146" providerId="AD" clId="Web-{5245C648-28E8-3151-72A6-9CC2ECC08A6E}" dt="2026-04-16T10:12:57.327" v="123" actId="20577"/>
        <pc:sldMkLst>
          <pc:docMk/>
          <pc:sldMk cId="0" sldId="265"/>
        </pc:sldMkLst>
        <pc:spChg chg="mod">
          <ac:chgData name="Abu Duqa, Alaa" userId="S::alaa.abuduqa@axsos.academy::aa6a85f9-75d5-4584-8a8b-8153f00bf146" providerId="AD" clId="Web-{5245C648-28E8-3151-72A6-9CC2ECC08A6E}" dt="2026-04-16T10:07:40.365" v="64" actId="20577"/>
          <ac:spMkLst>
            <pc:docMk/>
            <pc:sldMk cId="0" sldId="265"/>
            <ac:spMk id="27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07:54.428" v="65" actId="107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08:01.803" v="73" actId="20577"/>
          <ac:spMkLst>
            <pc:docMk/>
            <pc:sldMk cId="0" sldId="265"/>
            <ac:spMk id="31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08:14.553" v="76" actId="1076"/>
          <ac:spMkLst>
            <pc:docMk/>
            <pc:sldMk cId="0" sldId="265"/>
            <ac:spMk id="32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08:32.913" v="86" actId="20577"/>
          <ac:spMkLst>
            <pc:docMk/>
            <pc:sldMk cId="0" sldId="265"/>
            <ac:spMk id="35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08:41.944" v="89" actId="20577"/>
          <ac:spMkLst>
            <pc:docMk/>
            <pc:sldMk cId="0" sldId="265"/>
            <ac:spMk id="36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12:24.105" v="107" actId="1076"/>
          <ac:spMkLst>
            <pc:docMk/>
            <pc:sldMk cId="0" sldId="265"/>
            <ac:spMk id="37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12:21.636" v="106" actId="20577"/>
          <ac:spMkLst>
            <pc:docMk/>
            <pc:sldMk cId="0" sldId="265"/>
            <ac:spMk id="39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12:32.372" v="110" actId="20577"/>
          <ac:spMkLst>
            <pc:docMk/>
            <pc:sldMk cId="0" sldId="265"/>
            <ac:spMk id="40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11:57.352" v="95" actId="20577"/>
          <ac:spMkLst>
            <pc:docMk/>
            <pc:sldMk cId="0" sldId="265"/>
            <ac:spMk id="43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12:09.260" v="104" actId="20577"/>
          <ac:spMkLst>
            <pc:docMk/>
            <pc:sldMk cId="0" sldId="265"/>
            <ac:spMk id="44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12:47.014" v="114" actId="20577"/>
          <ac:spMkLst>
            <pc:docMk/>
            <pc:sldMk cId="0" sldId="265"/>
            <ac:spMk id="47" creationId="{00000000-0000-0000-0000-000000000000}"/>
          </ac:spMkLst>
        </pc:spChg>
        <pc:spChg chg="mod">
          <ac:chgData name="Abu Duqa, Alaa" userId="S::alaa.abuduqa@axsos.academy::aa6a85f9-75d5-4584-8a8b-8153f00bf146" providerId="AD" clId="Web-{5245C648-28E8-3151-72A6-9CC2ECC08A6E}" dt="2026-04-16T10:12:57.327" v="123" actId="20577"/>
          <ac:spMkLst>
            <pc:docMk/>
            <pc:sldMk cId="0" sldId="265"/>
            <ac:spMk id="48" creationId="{00000000-0000-0000-0000-000000000000}"/>
          </ac:spMkLst>
        </pc:spChg>
      </pc:sldChg>
    </pc:docChg>
  </pc:docChgLst>
  <pc:docChgLst>
    <pc:chgData name="Guest User" userId="S::urn:spo:tenantanon#e59947fd-2676-4abf-973f-aebec2fe5b91::" providerId="AD" clId="Web-{A770DB32-70EE-FB30-12E3-4D0F47CA2E26}"/>
    <pc:docChg chg="modSld">
      <pc:chgData name="Guest User" userId="S::urn:spo:tenantanon#e59947fd-2676-4abf-973f-aebec2fe5b91::" providerId="AD" clId="Web-{A770DB32-70EE-FB30-12E3-4D0F47CA2E26}" dt="2026-04-16T15:46:24.293" v="4" actId="20577"/>
      <pc:docMkLst>
        <pc:docMk/>
      </pc:docMkLst>
      <pc:sldChg chg="modSp">
        <pc:chgData name="Guest User" userId="S::urn:spo:tenantanon#e59947fd-2676-4abf-973f-aebec2fe5b91::" providerId="AD" clId="Web-{A770DB32-70EE-FB30-12E3-4D0F47CA2E26}" dt="2026-04-16T15:46:24.293" v="4" actId="20577"/>
        <pc:sldMkLst>
          <pc:docMk/>
          <pc:sldMk cId="0" sldId="256"/>
        </pc:sldMkLst>
        <pc:spChg chg="mod">
          <ac:chgData name="Guest User" userId="S::urn:spo:tenantanon#e59947fd-2676-4abf-973f-aebec2fe5b91::" providerId="AD" clId="Web-{A770DB32-70EE-FB30-12E3-4D0F47CA2E26}" dt="2026-04-16T15:46:24.293" v="4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4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320040" y="2148840"/>
            <a:ext cx="45720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API Testing across 2 modules — Contact List Application</a:t>
            </a:r>
            <a:endParaRPr lang="en-US" sz="1100"/>
          </a:p>
          <a:p>
            <a:pPr marL="0" indent="0">
              <a:lnSpc>
                <a:spcPct val="140000"/>
              </a:lnSpc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AXSOS Academy  ·  Second Stack  ·  April 2026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3017520"/>
            <a:ext cx="1554480" cy="347472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20040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</a:t>
            </a:r>
          </a:p>
        </p:txBody>
      </p:sp>
      <p:sp>
        <p:nvSpPr>
          <p:cNvPr id="9" name="Text 7"/>
          <p:cNvSpPr/>
          <p:nvPr/>
        </p:nvSpPr>
        <p:spPr>
          <a:xfrm>
            <a:off x="320040" y="3566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3600"/>
          </a:p>
        </p:txBody>
      </p:sp>
      <p:sp>
        <p:nvSpPr>
          <p:cNvPr id="10" name="Text 8"/>
          <p:cNvSpPr/>
          <p:nvPr/>
        </p:nvSpPr>
        <p:spPr>
          <a:xfrm>
            <a:off x="32004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920240" y="3566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3600"/>
          </a:p>
        </p:txBody>
      </p:sp>
      <p:sp>
        <p:nvSpPr>
          <p:cNvPr id="12" name="Text 10"/>
          <p:cNvSpPr/>
          <p:nvPr/>
        </p:nvSpPr>
        <p:spPr>
          <a:xfrm>
            <a:off x="192024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3520440" y="3566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/>
          </a:p>
        </p:txBody>
      </p:sp>
      <p:sp>
        <p:nvSpPr>
          <p:cNvPr id="14" name="Text 12"/>
          <p:cNvSpPr/>
          <p:nvPr/>
        </p:nvSpPr>
        <p:spPr>
          <a:xfrm>
            <a:off x="352044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5486400" y="411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5349240" y="914400"/>
            <a:ext cx="3566160" cy="7772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349240" y="914400"/>
            <a:ext cx="502920" cy="77724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349240" y="914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5943600" y="1005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Abdulhakeem Sakhel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943600" y="12984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· PATCH · DELETE Contact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5349240" y="1920240"/>
            <a:ext cx="3566160" cy="7772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349240" y="1920240"/>
            <a:ext cx="502920" cy="77724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34924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594360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Rawad Isayed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5943600" y="23042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Get List · Get Contact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5349240" y="2926080"/>
            <a:ext cx="3566160" cy="7772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349240" y="2926080"/>
            <a:ext cx="502920" cy="77724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349240" y="29260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5943600" y="3017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Alaa Abu Duqa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5943600" y="33101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Get Profile · Update User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5349240" y="3931920"/>
            <a:ext cx="3566160" cy="7772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349240" y="3931920"/>
            <a:ext cx="502920" cy="77724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34924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/>
          </a:p>
        </p:txBody>
      </p:sp>
      <p:sp>
        <p:nvSpPr>
          <p:cNvPr id="34" name="Text 32"/>
          <p:cNvSpPr/>
          <p:nvPr/>
        </p:nvSpPr>
        <p:spPr>
          <a:xfrm>
            <a:off x="59436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Bazzar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5943600" y="43159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Logout · Delete User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  ·  April 2026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Abdulhakeem Sakhel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</a:t>
            </a:r>
            <a:r>
              <a:rPr lang="en-US" sz="3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Tools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4114800" cy="292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Contact List App — RESTful API on live Heroku host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>
                <a:solidFill>
                  <a:srgbClr val="4361EE"/>
                </a:solidFill>
                <a:latin typeface="Calibri"/>
                <a:ea typeface="Calibri"/>
                <a:cs typeface="Calibri"/>
              </a:rPr>
              <a:t>URL: thinking-tester-contact-list.herokuapp.com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Tested as both authenticated user and unauthenticated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Goal: validate all endpoints per API documentation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63 test cases across 2 modules (Users &amp; Contacts)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Bearer token flow: register → login → use → logout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4069080" cy="82296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73152" cy="82296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501755" y="17596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501755" y="2016597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execution, environment variables &amp; token management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4754880" y="2606040"/>
            <a:ext cx="4069080" cy="82296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73152" cy="82296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501755" y="2765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501755" y="3000871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 &amp; sprint board management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4754880" y="3611880"/>
            <a:ext cx="4069080" cy="82296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73152" cy="82296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501755" y="3771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Sheets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5501755" y="401749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design &amp; documentation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  ·  April 2026</a:t>
            </a:r>
            <a:endParaRPr lang="en-US" sz="800"/>
          </a:p>
        </p:txBody>
      </p:sp>
      <p:pic>
        <p:nvPicPr>
          <p:cNvPr id="22" name="Picture 21" descr="Trello Logo, symbol, meaning, history, PNG, brand">
            <a:extLst>
              <a:ext uri="{FF2B5EF4-FFF2-40B4-BE49-F238E27FC236}">
                <a16:creationId xmlns:a16="http://schemas.microsoft.com/office/drawing/2014/main" id="{20DC860C-1A1E-EE9E-10E8-A7A31B675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154" y="2759913"/>
            <a:ext cx="834607" cy="475532"/>
          </a:xfrm>
          <a:prstGeom prst="rect">
            <a:avLst/>
          </a:prstGeom>
        </p:spPr>
      </p:pic>
      <p:pic>
        <p:nvPicPr>
          <p:cNvPr id="24" name="Picture 23" descr="Wrong Icon] Microsoft Excel (New) (Liquid Glass) wrong download file ·  Issue #1573 · elrumo/macOS_Big_Sur_icons_replacements">
            <a:extLst>
              <a:ext uri="{FF2B5EF4-FFF2-40B4-BE49-F238E27FC236}">
                <a16:creationId xmlns:a16="http://schemas.microsoft.com/office/drawing/2014/main" id="{4D7FF626-252D-2DB8-292F-E554AD443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073" y="3660115"/>
            <a:ext cx="669986" cy="713118"/>
          </a:xfrm>
          <a:prstGeom prst="rect">
            <a:avLst/>
          </a:prstGeom>
        </p:spPr>
      </p:pic>
      <p:pic>
        <p:nvPicPr>
          <p:cNvPr id="25" name="Picture 24" descr="Utilizar la API REST de Azure Storage desde Postman con Azure AD -  return(GiS);">
            <a:extLst>
              <a:ext uri="{FF2B5EF4-FFF2-40B4-BE49-F238E27FC236}">
                <a16:creationId xmlns:a16="http://schemas.microsoft.com/office/drawing/2014/main" id="{0124C0A2-927D-3634-4D26-A8704AEA0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290" y="1719171"/>
            <a:ext cx="702335" cy="5837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Abdulhakeem Sakhel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Testing Process </a:t>
            </a:r>
            <a:r>
              <a:rPr lang="en-US" sz="3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 Phases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06040" cy="132588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548640" cy="132588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960120" y="13441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Analysis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18745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Reviewed API documentation, identified all endpoints in scope, set up Postman environment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606040" cy="132588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154680" y="1234440"/>
            <a:ext cx="548640" cy="132588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154680" y="123444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3794760" y="13441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794760" y="1645920"/>
            <a:ext cx="18745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Defined scope, objectives, risks, schedule, entry/exit criteria, and team responsibilities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89320" y="1234440"/>
            <a:ext cx="2606040" cy="132588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989320" y="1234440"/>
            <a:ext cx="548640" cy="132588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89320" y="123444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629400" y="13441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Design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6629400" y="1645920"/>
            <a:ext cx="18745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Designed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63 test cases across 2 modules, covering happy paths and negative scenarios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606040" cy="132588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20040" y="2788920"/>
            <a:ext cx="548640" cy="132588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20040" y="278892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960120" y="28986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960120" y="3200400"/>
            <a:ext cx="18745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Executed all cases in Postman, captured actual results, logged bugs in Trello board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154680" y="2788920"/>
            <a:ext cx="2606040" cy="132588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154680" y="2788920"/>
            <a:ext cx="548640" cy="1325880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154680" y="278892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3794760" y="28986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 Report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3794760" y="3200400"/>
            <a:ext cx="18745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Produced final report capturing all results, metrics, and defect details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  ·  April 2026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Abdulhakeem Sakhel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Endpoints: </a:t>
            </a:r>
            <a:r>
              <a:rPr lang="en-US" sz="3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Module (2nd Half)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685800" cy="2560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399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Update Contact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updated, missing required field, invalid token, non-existent ID, empty body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337560" y="1399032"/>
            <a:ext cx="685800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337560" y="1399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333756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Update Contact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333756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/>
          </a:p>
        </p:txBody>
      </p:sp>
      <p:sp>
        <p:nvSpPr>
          <p:cNvPr id="18" name="Text 16"/>
          <p:cNvSpPr/>
          <p:nvPr/>
        </p:nvSpPr>
        <p:spPr>
          <a:xfrm>
            <a:off x="333756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33756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33756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field update, multi-field update, invalid token, empty body (bug found!)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608076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217920" y="1399032"/>
            <a:ext cx="685800" cy="2560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17920" y="1399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21792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Contact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621792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/>
          </a:p>
        </p:txBody>
      </p:sp>
      <p:sp>
        <p:nvSpPr>
          <p:cNvPr id="26" name="Text 24"/>
          <p:cNvSpPr/>
          <p:nvPr/>
        </p:nvSpPr>
        <p:spPr>
          <a:xfrm>
            <a:off x="621792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621792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21792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delete, already deleted, invalid ID format, no auth, expired token, long fake ID (bug!)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16 test cases  ·  14 Passed  ·  2 Failed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  ·  April 2026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Rawad Isayed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Endpoints: </a:t>
            </a:r>
            <a:r>
              <a:rPr lang="en-US" sz="3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Module (1st Half)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594360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399032"/>
            <a:ext cx="594360" cy="256032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Contact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full body, missing required fields, invalid email, no auth token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337560" y="1399032"/>
            <a:ext cx="59436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337560" y="13990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333756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Contact List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333756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/>
          </a:p>
        </p:txBody>
      </p:sp>
      <p:sp>
        <p:nvSpPr>
          <p:cNvPr id="18" name="Text 16"/>
          <p:cNvSpPr/>
          <p:nvPr/>
        </p:nvSpPr>
        <p:spPr>
          <a:xfrm>
            <a:off x="333756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33756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33756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token, no auth, empty list handling, response structure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608076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217920" y="1399032"/>
            <a:ext cx="59436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17920" y="13990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21792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Single Contact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621792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/>
          </a:p>
        </p:txBody>
      </p:sp>
      <p:sp>
        <p:nvSpPr>
          <p:cNvPr id="26" name="Text 24"/>
          <p:cNvSpPr/>
          <p:nvPr/>
        </p:nvSpPr>
        <p:spPr>
          <a:xfrm>
            <a:off x="621792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621792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21792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ID, non-existent ID, invalid ID format, missing auth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ar-SA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cases  ·  8 Passed  ·  </a:t>
            </a:r>
            <a:r>
              <a:rPr lang="ar-SA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Failed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  ·  April 2026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Rawad Isayed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Review </a:t>
            </a:r>
            <a:r>
              <a:rPr lang="en-US" sz="3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Execution Results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REVIEW PROCESS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320040" y="15773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designed and reviewed their own test cases</a:t>
            </a:r>
            <a:endParaRPr lang="en-US" sz="105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that all steps were numbered and clear</a:t>
            </a:r>
            <a:endParaRPr lang="en-US" sz="105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matched API documentation</a:t>
            </a:r>
            <a:endParaRPr lang="en-US" sz="105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was realistic and unique per run</a:t>
            </a:r>
            <a:endParaRPr lang="en-US" sz="105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paths cover auth, validation, and edge cases</a:t>
            </a:r>
            <a:endParaRPr lang="en-US" sz="105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environment variables ensured test independence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RESULTS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1920240" cy="118872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54880" y="17099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3800"/>
          </a:p>
        </p:txBody>
      </p:sp>
      <p:sp>
        <p:nvSpPr>
          <p:cNvPr id="10" name="Text 8"/>
          <p:cNvSpPr/>
          <p:nvPr/>
        </p:nvSpPr>
        <p:spPr>
          <a:xfrm>
            <a:off x="4754880" y="2404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6858000" y="1600200"/>
            <a:ext cx="1920240" cy="118872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0" y="17099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3800"/>
          </a:p>
        </p:txBody>
      </p:sp>
      <p:sp>
        <p:nvSpPr>
          <p:cNvPr id="13" name="Text 11"/>
          <p:cNvSpPr/>
          <p:nvPr/>
        </p:nvSpPr>
        <p:spPr>
          <a:xfrm>
            <a:off x="6858000" y="2404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✓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754880" y="2971800"/>
            <a:ext cx="1920240" cy="118872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54880" y="30815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/>
          </a:p>
        </p:txBody>
      </p:sp>
      <p:sp>
        <p:nvSpPr>
          <p:cNvPr id="16" name="Text 14"/>
          <p:cNvSpPr/>
          <p:nvPr/>
        </p:nvSpPr>
        <p:spPr>
          <a:xfrm>
            <a:off x="4754880" y="37764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✗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6858000" y="2971800"/>
            <a:ext cx="1920240" cy="118872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0" y="30815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800"/>
          </a:p>
        </p:txBody>
      </p:sp>
      <p:sp>
        <p:nvSpPr>
          <p:cNvPr id="19" name="Text 17"/>
          <p:cNvSpPr/>
          <p:nvPr/>
        </p:nvSpPr>
        <p:spPr>
          <a:xfrm>
            <a:off x="6858000" y="37764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754880" y="4389120"/>
            <a:ext cx="4069080" cy="20116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754880" y="4389120"/>
            <a:ext cx="3731895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0" y="461772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Rate: 92% (executed cases)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  ·  April 2026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Alaa Abu Duqa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Endpoints: </a:t>
            </a:r>
            <a:r>
              <a:rPr lang="en-US" sz="3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Module (1st Half)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399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registration, duplicate email, missing password, empty body, weak password cases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337560" y="1399032"/>
            <a:ext cx="6858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337560" y="1399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333756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User Profile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333756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/>
          </a:p>
        </p:txBody>
      </p:sp>
      <p:sp>
        <p:nvSpPr>
          <p:cNvPr id="18" name="Text 16"/>
          <p:cNvSpPr/>
          <p:nvPr/>
        </p:nvSpPr>
        <p:spPr>
          <a:xfrm>
            <a:off x="333756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33756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33756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token returns profile, no auth, invalid token, expired token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608076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217920" y="1399032"/>
            <a:ext cx="685800" cy="2560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17920" y="1399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21792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User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621792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200"/>
          </a:p>
        </p:txBody>
      </p:sp>
      <p:sp>
        <p:nvSpPr>
          <p:cNvPr id="26" name="Text 24"/>
          <p:cNvSpPr/>
          <p:nvPr/>
        </p:nvSpPr>
        <p:spPr>
          <a:xfrm>
            <a:off x="621792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621792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21792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field, multiple fields, wrong data types (bugs found!), missing auth, invalid fields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 test cases  ·  16 Passed  ·  2 Failed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  ·  April 2026</a:t>
            </a:r>
            <a:endParaRPr lang="en-US" sz="80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B1A81765-FBC1-18C7-3938-D55EC4884ABB}"/>
              </a:ext>
            </a:extLst>
          </p:cNvPr>
          <p:cNvSpPr/>
          <p:nvPr/>
        </p:nvSpPr>
        <p:spPr>
          <a:xfrm>
            <a:off x="525780" y="1387030"/>
            <a:ext cx="685800" cy="256032"/>
          </a:xfrm>
          <a:prstGeom prst="rect">
            <a:avLst/>
          </a:prstGeom>
          <a:solidFill>
            <a:srgbClr val="ED7D31"/>
          </a:solidFill>
          <a:ln w="12700">
            <a:solidFill>
              <a:srgbClr val="1565C0"/>
            </a:solidFill>
            <a:prstDash val="solid"/>
          </a:ln>
        </p:spPr>
        <p:txBody>
          <a:bodyPr lIns="91440" tIns="45720" rIns="91440" bIns="45720" anchor="t"/>
          <a:lstStyle/>
          <a:p>
            <a:pPr algn="ctr"/>
            <a:r>
              <a:rPr lang="en-US" sz="900" b="1">
                <a:solidFill>
                  <a:srgbClr val="FFFFFF"/>
                </a:solidFill>
                <a:ea typeface="Calibri"/>
                <a:cs typeface="Calibri"/>
              </a:rPr>
              <a:t>POST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Alaa Abu Duqa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  ·  April 2026</a:t>
            </a:r>
            <a:endParaRPr lang="en-US" sz="800"/>
          </a:p>
        </p:txBody>
      </p:sp>
      <p:sp>
        <p:nvSpPr>
          <p:cNvPr id="23" name="TextBox 22"/>
          <p:cNvSpPr txBox="1"/>
          <p:nvPr/>
        </p:nvSpPr>
        <p:spPr>
          <a:xfrm>
            <a:off x="320040" y="3200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E293B"/>
                </a:solidFill>
              </a:rPr>
              <a:t>What We </a:t>
            </a:r>
            <a:r>
              <a:rPr sz="3600" b="1">
                <a:solidFill>
                  <a:srgbClr val="4361EE"/>
                </a:solidFill>
              </a:rPr>
              <a:t>Learned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000000"/>
            <a:ext cx="8503920" cy="274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1080000"/>
            <a:ext cx="4183380" cy="1160206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1080000"/>
            <a:ext cx="45720" cy="1160206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1160000"/>
            <a:ext cx="404622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>
                <a:solidFill>
                  <a:srgbClr val="4361EE"/>
                </a:solidFill>
              </a:rPr>
              <a:t>API Documentation</a:t>
            </a:r>
            <a:endParaRPr lang="en-US" sz="1400" b="1">
              <a:solidFill>
                <a:srgbClr val="4361EE"/>
              </a:solidFill>
              <a:ea typeface="Calibri"/>
              <a:cs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1480" y="1553311"/>
            <a:ext cx="40462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How to read &amp; analyze API documentation to understand endpoints, methods, and expected behavior.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0580" y="1080000"/>
            <a:ext cx="4183380" cy="1160206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40580" y="1080000"/>
            <a:ext cx="45720" cy="1160206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32020" y="1160000"/>
            <a:ext cx="404622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>
                <a:solidFill>
                  <a:srgbClr val="4361EE"/>
                </a:solidFill>
              </a:rPr>
              <a:t>Test Case Writing</a:t>
            </a:r>
            <a:endParaRPr lang="en-US" sz="1400" b="1">
              <a:solidFill>
                <a:srgbClr val="4361EE"/>
              </a:solidFill>
              <a:ea typeface="Calibri"/>
              <a:cs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32020" y="1553311"/>
            <a:ext cx="40462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Writing clear, independent test cases in Postman with pre-conditions and expected results.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331646"/>
            <a:ext cx="4183380" cy="1160206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" y="2331646"/>
            <a:ext cx="45720" cy="1160206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411646"/>
            <a:ext cx="404622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>
                <a:solidFill>
                  <a:srgbClr val="4361EE"/>
                </a:solidFill>
              </a:rPr>
              <a:t>Bearer Token Lifecycle</a:t>
            </a:r>
            <a:endParaRPr lang="en-US" sz="1400" b="1">
              <a:solidFill>
                <a:srgbClr val="4361EE"/>
              </a:solidFill>
              <a:ea typeface="Calibri"/>
              <a:cs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1480" y="2761825"/>
            <a:ext cx="40462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Managing token lifecycle — issue on login/register, use on protected routes, invalidate on logout.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7269" y="2245382"/>
            <a:ext cx="4183380" cy="1160206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40580" y="2331646"/>
            <a:ext cx="45720" cy="1160206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32020" y="2411646"/>
            <a:ext cx="404622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>
                <a:solidFill>
                  <a:srgbClr val="4361EE"/>
                </a:solidFill>
              </a:rPr>
              <a:t>Team Collaboration</a:t>
            </a:r>
            <a:endParaRPr lang="en-US" sz="1400" b="1">
              <a:solidFill>
                <a:srgbClr val="4361EE"/>
              </a:solidFill>
              <a:ea typeface="Calibri"/>
              <a:cs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32020" y="2761825"/>
            <a:ext cx="40462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Working as a QA team with defined endpoint ownership and shared Postman environments.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583292"/>
            <a:ext cx="4183380" cy="1160206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" y="3583292"/>
            <a:ext cx="45720" cy="1160206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663292"/>
            <a:ext cx="404622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>
                <a:solidFill>
                  <a:srgbClr val="4361EE"/>
                </a:solidFill>
              </a:rPr>
              <a:t>Bug Tracking</a:t>
            </a:r>
            <a:endParaRPr lang="en-US" sz="1400" b="1">
              <a:solidFill>
                <a:srgbClr val="4361EE"/>
              </a:solidFill>
              <a:ea typeface="Calibri"/>
              <a:cs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11480" y="4067386"/>
            <a:ext cx="40462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Tracking bugs and linking them to specific test case IDs for clear, reproducible reports.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40580" y="3583292"/>
            <a:ext cx="4183380" cy="1160206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640580" y="3583292"/>
            <a:ext cx="45720" cy="1160206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32020" y="3663292"/>
            <a:ext cx="404622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1">
                <a:solidFill>
                  <a:srgbClr val="4361EE"/>
                </a:solidFill>
              </a:rPr>
              <a:t>Real-World 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0454" y="4067386"/>
            <a:ext cx="40462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Real-world APIs have validation gaps even in demo environments — never assume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Bazzar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Endpoints: </a:t>
            </a:r>
            <a:r>
              <a:rPr lang="en-US" sz="3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Module (2nd Half)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594360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399032"/>
            <a:ext cx="594360" cy="256032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User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credentials, wrong password, non-existent email, empty body, missing fields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337560" y="1399032"/>
            <a:ext cx="594360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337560" y="1399032"/>
            <a:ext cx="594360" cy="256032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333756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User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333756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00"/>
          </a:p>
        </p:txBody>
      </p:sp>
      <p:sp>
        <p:nvSpPr>
          <p:cNvPr id="18" name="Text 16"/>
          <p:cNvSpPr/>
          <p:nvPr/>
        </p:nvSpPr>
        <p:spPr>
          <a:xfrm>
            <a:off x="333756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33756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33756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token logout, empty token, invalid token, expired token, double logout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6080760" y="1234440"/>
            <a:ext cx="2743200" cy="3291840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217920" y="1399032"/>
            <a:ext cx="749808" cy="2560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17920" y="13990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21792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User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6217920" y="21945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00"/>
          </a:p>
        </p:txBody>
      </p:sp>
      <p:sp>
        <p:nvSpPr>
          <p:cNvPr id="26" name="Text 24"/>
          <p:cNvSpPr/>
          <p:nvPr/>
        </p:nvSpPr>
        <p:spPr>
          <a:xfrm>
            <a:off x="6217920" y="28986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6217920" y="3200400"/>
            <a:ext cx="24688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217920" y="3291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delete removes user and contacts, no auth, invalid token, already deleted user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20 test cases  ·  20 Passed  ·  0 Failed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  ·  April 2026</a:t>
            </a:r>
            <a:endParaRPr lang="en-US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Bazzar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</a:t>
            </a:r>
            <a:r>
              <a:rPr lang="en-US" sz="30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  ·  April 2026</a:t>
            </a:r>
            <a:endParaRPr lang="en-US" sz="800"/>
          </a:p>
        </p:txBody>
      </p:sp>
      <p:sp>
        <p:nvSpPr>
          <p:cNvPr id="34" name="Rectangle 33"/>
          <p:cNvSpPr/>
          <p:nvPr/>
        </p:nvSpPr>
        <p:spPr>
          <a:xfrm>
            <a:off x="320040" y="1234440"/>
            <a:ext cx="1463040" cy="320972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1314440"/>
            <a:ext cx="14630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2487083"/>
            <a:ext cx="14630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2699962"/>
            <a:ext cx="146304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494168"/>
            <a:ext cx="14630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Open Defects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1234440"/>
            <a:ext cx="6903720" cy="62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920240" y="1234440"/>
            <a:ext cx="658368" cy="62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920240" y="1499440"/>
            <a:ext cx="658368" cy="1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E293B"/>
                </a:solidFill>
              </a:rPr>
              <a:t>Minor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0048" y="1289440"/>
            <a:ext cx="128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1EE"/>
                </a:solidFill>
              </a:rPr>
              <a:t>TC-CON-GET-005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95768" y="1289440"/>
            <a:ext cx="9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[Contacts]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70048" y="1474440"/>
            <a:ext cx="6108192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GET /contacts with malformed contactId returns 200 OK instead of 404 Not Found — invalid ID accepted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1881872"/>
            <a:ext cx="6903720" cy="62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920240" y="1881872"/>
            <a:ext cx="658368" cy="62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920240" y="2146872"/>
            <a:ext cx="658368" cy="1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E293B"/>
                </a:solidFill>
              </a:rPr>
              <a:t>Minor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0048" y="1936872"/>
            <a:ext cx="128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1EE"/>
                </a:solidFill>
              </a:rPr>
              <a:t>TC-CON-PATCH-004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95768" y="1936872"/>
            <a:ext cx="9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[Contacts]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0048" y="2121872"/>
            <a:ext cx="6108192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PATCH /contacts with empty JSON body returns 200 OK instead of 400 Bad Request — no validation on empty update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2529304"/>
            <a:ext cx="6903720" cy="62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920240" y="2529304"/>
            <a:ext cx="658368" cy="62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920240" y="2794304"/>
            <a:ext cx="658368" cy="1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E293B"/>
                </a:solidFill>
              </a:rPr>
              <a:t>Minor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70048" y="2584304"/>
            <a:ext cx="128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1EE"/>
                </a:solidFill>
              </a:rPr>
              <a:t>TC-CON-DEL-003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95768" y="2584304"/>
            <a:ext cx="9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[Contacts]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70048" y="2769304"/>
            <a:ext cx="6108192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DELETE with very long invalid contactId returns 500 Internal Server Error instead of 400 Bad Request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20240" y="3176736"/>
            <a:ext cx="6903720" cy="62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920240" y="3176736"/>
            <a:ext cx="658368" cy="62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920240" y="3441736"/>
            <a:ext cx="658368" cy="1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E293B"/>
                </a:solidFill>
              </a:rPr>
              <a:t>Minor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70048" y="3231736"/>
            <a:ext cx="128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1EE"/>
                </a:solidFill>
              </a:rPr>
              <a:t>TC-UR-PATCH-007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95768" y="3231736"/>
            <a:ext cx="9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[Users]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70048" y="3416736"/>
            <a:ext cx="6108192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PATCH /users/me with numeric firstName accepts it and returns 200 OK — no data type validation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20240" y="3824168"/>
            <a:ext cx="6903720" cy="62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920240" y="3824168"/>
            <a:ext cx="658368" cy="62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920240" y="4089168"/>
            <a:ext cx="658368" cy="1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E293B"/>
                </a:solidFill>
              </a:rPr>
              <a:t>Minor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70048" y="3879168"/>
            <a:ext cx="128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1EE"/>
                </a:solidFill>
              </a:rPr>
              <a:t>TC-UR-PATCH-008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95768" y="3879168"/>
            <a:ext cx="9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[Users]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70048" y="4064168"/>
            <a:ext cx="6108192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PATCH /users/me with numeric lastName accepts it and returns 200 OK — no data type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1737360" y="1133856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  <a:r>
              <a:rPr lang="en-US" sz="6400" b="1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6400"/>
          </a:p>
        </p:txBody>
      </p:sp>
      <p:sp>
        <p:nvSpPr>
          <p:cNvPr id="5" name="Text 3"/>
          <p:cNvSpPr/>
          <p:nvPr/>
        </p:nvSpPr>
        <p:spPr>
          <a:xfrm>
            <a:off x="1463040" y="223113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420624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33467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Abdulhakeem Sakhel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94360" y="35935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· PATCH · DELETE Contact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4937760" y="3291840"/>
            <a:ext cx="406908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74920" y="33467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Rawad Isayed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074920" y="35935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Get List · Get Contact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420624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40325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Alaa Abu Duqa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594360" y="42793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Get Profile · Update User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4937760" y="3977640"/>
            <a:ext cx="4069080" cy="566928"/>
          </a:xfrm>
          <a:prstGeom prst="rect">
            <a:avLst/>
          </a:prstGeom>
          <a:solidFill>
            <a:srgbClr val="E8EDF5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74920" y="40325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Bazzar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5074920" y="42793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Logout · Delete User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 API Testing  ·  AXSOS Academy  ·  April 2026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 List API Testing</dc:title>
  <dc:subject>PptxGenJS Presentation</dc:subject>
  <dc:creator>PptxGenJS</dc:creator>
  <cp:revision>1</cp:revision>
  <dcterms:created xsi:type="dcterms:W3CDTF">2026-04-15T19:20:18Z</dcterms:created>
  <dcterms:modified xsi:type="dcterms:W3CDTF">2026-04-16T15:46:24Z</dcterms:modified>
</cp:coreProperties>
</file>